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67" r:id="rId5"/>
    <p:sldId id="259" r:id="rId6"/>
    <p:sldId id="269" r:id="rId7"/>
    <p:sldId id="260" r:id="rId8"/>
    <p:sldId id="261" r:id="rId9"/>
    <p:sldId id="268" r:id="rId10"/>
    <p:sldId id="265" r:id="rId11"/>
    <p:sldId id="264" r:id="rId12"/>
  </p:sldIdLst>
  <p:sldSz cx="14630400" cy="8229600"/>
  <p:notesSz cx="8229600" cy="14630400"/>
  <p:embeddedFontLst>
    <p:embeddedFont>
      <p:font typeface="Instrument Sans Medium" panose="020B0604020202020204" charset="0"/>
      <p:regular r:id="rId14"/>
    </p:embeddedFont>
    <p:embeddedFont>
      <p:font typeface="In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CC9176-58D8-42A0-B2A4-34D29BFCDC01}" type="doc">
      <dgm:prSet loTypeId="urn:microsoft.com/office/officeart/2009/layout/CircleArrowProcess" loCatId="process" qsTypeId="urn:microsoft.com/office/officeart/2005/8/quickstyle/3d4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B150C0C-672B-4AEA-8EEC-3AD00BB77A91}">
      <dgm:prSet phldrT="[Text]" phldr="0"/>
      <dgm:spPr/>
      <dgm:t>
        <a:bodyPr/>
        <a:lstStyle/>
        <a:p>
          <a:r>
            <a:rPr lang="en-US" dirty="0">
              <a:solidFill>
                <a:schemeClr val="bg1">
                  <a:lumMod val="75000"/>
                </a:schemeClr>
              </a:solidFill>
              <a:latin typeface="Inter" panose="020B0604020202020204" charset="0"/>
              <a:ea typeface="Inter" panose="020B0604020202020204" charset="0"/>
            </a:rPr>
            <a:t>Camera</a:t>
          </a:r>
          <a:endParaRPr lang="en-IN" dirty="0">
            <a:solidFill>
              <a:schemeClr val="bg1">
                <a:lumMod val="75000"/>
              </a:schemeClr>
            </a:solidFill>
            <a:latin typeface="Inter" panose="020B0604020202020204" charset="0"/>
            <a:ea typeface="Inter" panose="020B0604020202020204" charset="0"/>
          </a:endParaRPr>
        </a:p>
      </dgm:t>
    </dgm:pt>
    <dgm:pt modelId="{4E4EAC86-30AC-40B9-99A9-EAEBBD11B9D8}" type="parTrans" cxnId="{81F2F22D-8312-437E-A209-091EE40252A6}">
      <dgm:prSet/>
      <dgm:spPr/>
      <dgm:t>
        <a:bodyPr/>
        <a:lstStyle/>
        <a:p>
          <a:endParaRPr lang="en-IN"/>
        </a:p>
      </dgm:t>
    </dgm:pt>
    <dgm:pt modelId="{DDE8E6FF-2C4B-43E1-B9CB-780A2E143265}" type="sibTrans" cxnId="{81F2F22D-8312-437E-A209-091EE40252A6}">
      <dgm:prSet/>
      <dgm:spPr/>
      <dgm:t>
        <a:bodyPr/>
        <a:lstStyle/>
        <a:p>
          <a:endParaRPr lang="en-IN"/>
        </a:p>
      </dgm:t>
    </dgm:pt>
    <dgm:pt modelId="{3EAA8B93-A5B6-46CB-908C-52C2EE529FAF}">
      <dgm:prSet phldrT="[Text]" phldr="0"/>
      <dgm:spPr/>
      <dgm:t>
        <a:bodyPr/>
        <a:lstStyle/>
        <a:p>
          <a:r>
            <a:rPr lang="en-US">
              <a:solidFill>
                <a:schemeClr val="bg1">
                  <a:lumMod val="75000"/>
                </a:schemeClr>
              </a:solidFill>
              <a:latin typeface="Inter" panose="020B0604020202020204" charset="0"/>
              <a:ea typeface="Inter" panose="020B0604020202020204" charset="0"/>
            </a:rPr>
            <a:t>OCR</a:t>
          </a:r>
          <a:endParaRPr lang="en-IN" dirty="0">
            <a:solidFill>
              <a:schemeClr val="bg1">
                <a:lumMod val="75000"/>
              </a:schemeClr>
            </a:solidFill>
            <a:latin typeface="Inter" panose="020B0604020202020204" charset="0"/>
            <a:ea typeface="Inter" panose="020B0604020202020204" charset="0"/>
          </a:endParaRPr>
        </a:p>
      </dgm:t>
    </dgm:pt>
    <dgm:pt modelId="{D4D6FD43-3776-4E7F-837D-4A666B1B4BEF}" type="parTrans" cxnId="{DFC73E44-0EEE-4A47-AAE9-93AA054583EE}">
      <dgm:prSet/>
      <dgm:spPr/>
      <dgm:t>
        <a:bodyPr/>
        <a:lstStyle/>
        <a:p>
          <a:endParaRPr lang="en-IN"/>
        </a:p>
      </dgm:t>
    </dgm:pt>
    <dgm:pt modelId="{7DEE7FF7-1D5C-43C1-85DE-575A20F10738}" type="sibTrans" cxnId="{DFC73E44-0EEE-4A47-AAE9-93AA054583EE}">
      <dgm:prSet/>
      <dgm:spPr/>
      <dgm:t>
        <a:bodyPr/>
        <a:lstStyle/>
        <a:p>
          <a:endParaRPr lang="en-IN"/>
        </a:p>
      </dgm:t>
    </dgm:pt>
    <dgm:pt modelId="{0A8120CF-F48B-49B6-B176-39B99FF6BC27}">
      <dgm:prSet phldrT="[Text]" phldr="0"/>
      <dgm:spPr/>
      <dgm:t>
        <a:bodyPr/>
        <a:lstStyle/>
        <a:p>
          <a:r>
            <a:rPr lang="en-US">
              <a:solidFill>
                <a:schemeClr val="bg1">
                  <a:lumMod val="75000"/>
                </a:schemeClr>
              </a:solidFill>
              <a:latin typeface="Inter" panose="020B0604020202020204" charset="0"/>
              <a:ea typeface="Inter" panose="020B0604020202020204" charset="0"/>
            </a:rPr>
            <a:t>CSV Lookup</a:t>
          </a:r>
          <a:endParaRPr lang="en-IN" dirty="0">
            <a:solidFill>
              <a:schemeClr val="bg1">
                <a:lumMod val="75000"/>
              </a:schemeClr>
            </a:solidFill>
            <a:latin typeface="Inter" panose="020B0604020202020204" charset="0"/>
            <a:ea typeface="Inter" panose="020B0604020202020204" charset="0"/>
          </a:endParaRPr>
        </a:p>
      </dgm:t>
    </dgm:pt>
    <dgm:pt modelId="{74928BCE-1C07-4F4A-BBDE-483B60DEDEC9}" type="parTrans" cxnId="{741CA19F-20E0-4271-8CF1-C3279DE7060A}">
      <dgm:prSet/>
      <dgm:spPr/>
      <dgm:t>
        <a:bodyPr/>
        <a:lstStyle/>
        <a:p>
          <a:endParaRPr lang="en-IN"/>
        </a:p>
      </dgm:t>
    </dgm:pt>
    <dgm:pt modelId="{85442FDF-858A-4DDD-86F8-47B08CB076C8}" type="sibTrans" cxnId="{741CA19F-20E0-4271-8CF1-C3279DE7060A}">
      <dgm:prSet/>
      <dgm:spPr/>
      <dgm:t>
        <a:bodyPr/>
        <a:lstStyle/>
        <a:p>
          <a:endParaRPr lang="en-IN"/>
        </a:p>
      </dgm:t>
    </dgm:pt>
    <dgm:pt modelId="{4A40CF93-2107-42CF-9B2F-9DE1B6FA50C5}">
      <dgm:prSet phldrT="[Text]" phldr="0"/>
      <dgm:spPr/>
      <dgm:t>
        <a:bodyPr/>
        <a:lstStyle/>
        <a:p>
          <a:r>
            <a:rPr lang="en-US">
              <a:solidFill>
                <a:schemeClr val="bg1">
                  <a:lumMod val="75000"/>
                </a:schemeClr>
              </a:solidFill>
              <a:latin typeface="Inter" panose="020B0604020202020204" charset="0"/>
              <a:ea typeface="Inter" panose="020B0604020202020204" charset="0"/>
            </a:rPr>
            <a:t>Display + Audio</a:t>
          </a:r>
          <a:endParaRPr lang="en-IN" dirty="0">
            <a:solidFill>
              <a:schemeClr val="bg1">
                <a:lumMod val="75000"/>
              </a:schemeClr>
            </a:solidFill>
            <a:latin typeface="Inter" panose="020B0604020202020204" charset="0"/>
            <a:ea typeface="Inter" panose="020B0604020202020204" charset="0"/>
          </a:endParaRPr>
        </a:p>
      </dgm:t>
    </dgm:pt>
    <dgm:pt modelId="{DA9EDB51-018E-4A39-8A84-49A9C132081D}" type="parTrans" cxnId="{490659EB-A397-454A-AE22-D73EF9A0BBB5}">
      <dgm:prSet/>
      <dgm:spPr/>
      <dgm:t>
        <a:bodyPr/>
        <a:lstStyle/>
        <a:p>
          <a:endParaRPr lang="en-IN"/>
        </a:p>
      </dgm:t>
    </dgm:pt>
    <dgm:pt modelId="{722E9ECB-EE2E-4CF6-ABF6-267B857BAF70}" type="sibTrans" cxnId="{490659EB-A397-454A-AE22-D73EF9A0BBB5}">
      <dgm:prSet/>
      <dgm:spPr/>
      <dgm:t>
        <a:bodyPr/>
        <a:lstStyle/>
        <a:p>
          <a:endParaRPr lang="en-IN"/>
        </a:p>
      </dgm:t>
    </dgm:pt>
    <dgm:pt modelId="{F1B4E665-2739-4D92-A73B-119122C48528}" type="pres">
      <dgm:prSet presAssocID="{8ECC9176-58D8-42A0-B2A4-34D29BFCDC01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0C6E18A1-C214-48DB-AF57-0E39041C31E8}" type="pres">
      <dgm:prSet presAssocID="{9B150C0C-672B-4AEA-8EEC-3AD00BB77A91}" presName="Accent1" presStyleCnt="0"/>
      <dgm:spPr/>
    </dgm:pt>
    <dgm:pt modelId="{CA5A4EF0-8315-4347-9F4D-4A31C50EB62E}" type="pres">
      <dgm:prSet presAssocID="{9B150C0C-672B-4AEA-8EEC-3AD00BB77A91}" presName="Accent" presStyleLbl="node1" presStyleIdx="0" presStyleCnt="4"/>
      <dgm:spPr/>
    </dgm:pt>
    <dgm:pt modelId="{3F23EF9F-C0C0-4B10-B115-C687BFC23E87}" type="pres">
      <dgm:prSet presAssocID="{9B150C0C-672B-4AEA-8EEC-3AD00BB77A91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76FB6E9D-B65E-40BA-89D9-73031A07DD32}" type="pres">
      <dgm:prSet presAssocID="{3EAA8B93-A5B6-46CB-908C-52C2EE529FAF}" presName="Accent2" presStyleCnt="0"/>
      <dgm:spPr/>
    </dgm:pt>
    <dgm:pt modelId="{57DA4490-1032-40E4-B5A9-E8594C362473}" type="pres">
      <dgm:prSet presAssocID="{3EAA8B93-A5B6-46CB-908C-52C2EE529FAF}" presName="Accent" presStyleLbl="node1" presStyleIdx="1" presStyleCnt="4"/>
      <dgm:spPr/>
    </dgm:pt>
    <dgm:pt modelId="{C902F08F-5947-4C9E-B467-77554FB29289}" type="pres">
      <dgm:prSet presAssocID="{3EAA8B93-A5B6-46CB-908C-52C2EE529FAF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8238FD50-B816-45E3-AB02-DBA6C1C53F00}" type="pres">
      <dgm:prSet presAssocID="{0A8120CF-F48B-49B6-B176-39B99FF6BC27}" presName="Accent3" presStyleCnt="0"/>
      <dgm:spPr/>
    </dgm:pt>
    <dgm:pt modelId="{EAAC8BB4-C38A-4606-AF47-C7B7E4F7D211}" type="pres">
      <dgm:prSet presAssocID="{0A8120CF-F48B-49B6-B176-39B99FF6BC27}" presName="Accent" presStyleLbl="node1" presStyleIdx="2" presStyleCnt="4"/>
      <dgm:spPr/>
    </dgm:pt>
    <dgm:pt modelId="{65233400-DFA4-4842-9768-92D63A4D4AAD}" type="pres">
      <dgm:prSet presAssocID="{0A8120CF-F48B-49B6-B176-39B99FF6BC27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9CF5718C-A77E-42B8-B78D-D373B5DE1ACD}" type="pres">
      <dgm:prSet presAssocID="{4A40CF93-2107-42CF-9B2F-9DE1B6FA50C5}" presName="Accent4" presStyleCnt="0"/>
      <dgm:spPr/>
    </dgm:pt>
    <dgm:pt modelId="{E8BC3E77-0F3E-4CB8-96FE-38935E215F20}" type="pres">
      <dgm:prSet presAssocID="{4A40CF93-2107-42CF-9B2F-9DE1B6FA50C5}" presName="Accent" presStyleLbl="node1" presStyleIdx="3" presStyleCnt="4"/>
      <dgm:spPr/>
    </dgm:pt>
    <dgm:pt modelId="{9E7164DA-1323-4467-B849-DD8D4C3719EC}" type="pres">
      <dgm:prSet presAssocID="{4A40CF93-2107-42CF-9B2F-9DE1B6FA50C5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74691A0B-5CCD-4EA0-B10C-F8540BF3C392}" type="presOf" srcId="{0A8120CF-F48B-49B6-B176-39B99FF6BC27}" destId="{65233400-DFA4-4842-9768-92D63A4D4AAD}" srcOrd="0" destOrd="0" presId="urn:microsoft.com/office/officeart/2009/layout/CircleArrowProcess"/>
    <dgm:cxn modelId="{81F2F22D-8312-437E-A209-091EE40252A6}" srcId="{8ECC9176-58D8-42A0-B2A4-34D29BFCDC01}" destId="{9B150C0C-672B-4AEA-8EEC-3AD00BB77A91}" srcOrd="0" destOrd="0" parTransId="{4E4EAC86-30AC-40B9-99A9-EAEBBD11B9D8}" sibTransId="{DDE8E6FF-2C4B-43E1-B9CB-780A2E143265}"/>
    <dgm:cxn modelId="{DFC73E44-0EEE-4A47-AAE9-93AA054583EE}" srcId="{8ECC9176-58D8-42A0-B2A4-34D29BFCDC01}" destId="{3EAA8B93-A5B6-46CB-908C-52C2EE529FAF}" srcOrd="1" destOrd="0" parTransId="{D4D6FD43-3776-4E7F-837D-4A666B1B4BEF}" sibTransId="{7DEE7FF7-1D5C-43C1-85DE-575A20F10738}"/>
    <dgm:cxn modelId="{95A0AC48-C187-494A-8C5E-7069885381B6}" type="presOf" srcId="{3EAA8B93-A5B6-46CB-908C-52C2EE529FAF}" destId="{C902F08F-5947-4C9E-B467-77554FB29289}" srcOrd="0" destOrd="0" presId="urn:microsoft.com/office/officeart/2009/layout/CircleArrowProcess"/>
    <dgm:cxn modelId="{AF77C87D-E67A-4A9B-8200-A889BF52F345}" type="presOf" srcId="{9B150C0C-672B-4AEA-8EEC-3AD00BB77A91}" destId="{3F23EF9F-C0C0-4B10-B115-C687BFC23E87}" srcOrd="0" destOrd="0" presId="urn:microsoft.com/office/officeart/2009/layout/CircleArrowProcess"/>
    <dgm:cxn modelId="{741CA19F-20E0-4271-8CF1-C3279DE7060A}" srcId="{8ECC9176-58D8-42A0-B2A4-34D29BFCDC01}" destId="{0A8120CF-F48B-49B6-B176-39B99FF6BC27}" srcOrd="2" destOrd="0" parTransId="{74928BCE-1C07-4F4A-BBDE-483B60DEDEC9}" sibTransId="{85442FDF-858A-4DDD-86F8-47B08CB076C8}"/>
    <dgm:cxn modelId="{490659EB-A397-454A-AE22-D73EF9A0BBB5}" srcId="{8ECC9176-58D8-42A0-B2A4-34D29BFCDC01}" destId="{4A40CF93-2107-42CF-9B2F-9DE1B6FA50C5}" srcOrd="3" destOrd="0" parTransId="{DA9EDB51-018E-4A39-8A84-49A9C132081D}" sibTransId="{722E9ECB-EE2E-4CF6-ABF6-267B857BAF70}"/>
    <dgm:cxn modelId="{8FED87F0-8474-4FA0-A6FE-34839A0F7B00}" type="presOf" srcId="{4A40CF93-2107-42CF-9B2F-9DE1B6FA50C5}" destId="{9E7164DA-1323-4467-B849-DD8D4C3719EC}" srcOrd="0" destOrd="0" presId="urn:microsoft.com/office/officeart/2009/layout/CircleArrowProcess"/>
    <dgm:cxn modelId="{2AEF6BF9-CCF8-4993-90CC-86221B170A7C}" type="presOf" srcId="{8ECC9176-58D8-42A0-B2A4-34D29BFCDC01}" destId="{F1B4E665-2739-4D92-A73B-119122C48528}" srcOrd="0" destOrd="0" presId="urn:microsoft.com/office/officeart/2009/layout/CircleArrowProcess"/>
    <dgm:cxn modelId="{D330975C-00AE-4AEB-A9E0-79857CE1D6D7}" type="presParOf" srcId="{F1B4E665-2739-4D92-A73B-119122C48528}" destId="{0C6E18A1-C214-48DB-AF57-0E39041C31E8}" srcOrd="0" destOrd="0" presId="urn:microsoft.com/office/officeart/2009/layout/CircleArrowProcess"/>
    <dgm:cxn modelId="{0266A0FC-DDEF-43DF-90BE-0039F6C4F2C6}" type="presParOf" srcId="{0C6E18A1-C214-48DB-AF57-0E39041C31E8}" destId="{CA5A4EF0-8315-4347-9F4D-4A31C50EB62E}" srcOrd="0" destOrd="0" presId="urn:microsoft.com/office/officeart/2009/layout/CircleArrowProcess"/>
    <dgm:cxn modelId="{44D46D66-2A40-4820-A189-E7706153FF47}" type="presParOf" srcId="{F1B4E665-2739-4D92-A73B-119122C48528}" destId="{3F23EF9F-C0C0-4B10-B115-C687BFC23E87}" srcOrd="1" destOrd="0" presId="urn:microsoft.com/office/officeart/2009/layout/CircleArrowProcess"/>
    <dgm:cxn modelId="{89201D39-7BD8-4B63-84F7-369D3E33C17F}" type="presParOf" srcId="{F1B4E665-2739-4D92-A73B-119122C48528}" destId="{76FB6E9D-B65E-40BA-89D9-73031A07DD32}" srcOrd="2" destOrd="0" presId="urn:microsoft.com/office/officeart/2009/layout/CircleArrowProcess"/>
    <dgm:cxn modelId="{1E274F1A-4280-4A74-8545-C6CC2B3505DA}" type="presParOf" srcId="{76FB6E9D-B65E-40BA-89D9-73031A07DD32}" destId="{57DA4490-1032-40E4-B5A9-E8594C362473}" srcOrd="0" destOrd="0" presId="urn:microsoft.com/office/officeart/2009/layout/CircleArrowProcess"/>
    <dgm:cxn modelId="{66EEFA6C-2871-4637-A713-B4499FB2B9DB}" type="presParOf" srcId="{F1B4E665-2739-4D92-A73B-119122C48528}" destId="{C902F08F-5947-4C9E-B467-77554FB29289}" srcOrd="3" destOrd="0" presId="urn:microsoft.com/office/officeart/2009/layout/CircleArrowProcess"/>
    <dgm:cxn modelId="{2E0D0D27-A95E-4268-9007-8F88043F3F37}" type="presParOf" srcId="{F1B4E665-2739-4D92-A73B-119122C48528}" destId="{8238FD50-B816-45E3-AB02-DBA6C1C53F00}" srcOrd="4" destOrd="0" presId="urn:microsoft.com/office/officeart/2009/layout/CircleArrowProcess"/>
    <dgm:cxn modelId="{B7522A57-CF32-4633-BE00-7C56F4972CDA}" type="presParOf" srcId="{8238FD50-B816-45E3-AB02-DBA6C1C53F00}" destId="{EAAC8BB4-C38A-4606-AF47-C7B7E4F7D211}" srcOrd="0" destOrd="0" presId="urn:microsoft.com/office/officeart/2009/layout/CircleArrowProcess"/>
    <dgm:cxn modelId="{94DC3958-7D8A-4BF9-BD9E-FCBD0A80EAD0}" type="presParOf" srcId="{F1B4E665-2739-4D92-A73B-119122C48528}" destId="{65233400-DFA4-4842-9768-92D63A4D4AAD}" srcOrd="5" destOrd="0" presId="urn:microsoft.com/office/officeart/2009/layout/CircleArrowProcess"/>
    <dgm:cxn modelId="{7AB77EF0-CAB4-4EC4-ABA6-C9A2459C6657}" type="presParOf" srcId="{F1B4E665-2739-4D92-A73B-119122C48528}" destId="{9CF5718C-A77E-42B8-B78D-D373B5DE1ACD}" srcOrd="6" destOrd="0" presId="urn:microsoft.com/office/officeart/2009/layout/CircleArrowProcess"/>
    <dgm:cxn modelId="{4EF6C42B-48B7-4088-BDBA-92B51EE8B69F}" type="presParOf" srcId="{9CF5718C-A77E-42B8-B78D-D373B5DE1ACD}" destId="{E8BC3E77-0F3E-4CB8-96FE-38935E215F20}" srcOrd="0" destOrd="0" presId="urn:microsoft.com/office/officeart/2009/layout/CircleArrowProcess"/>
    <dgm:cxn modelId="{FB66055D-3FED-4CC8-AF45-2E5FB86D5D14}" type="presParOf" srcId="{F1B4E665-2739-4D92-A73B-119122C48528}" destId="{9E7164DA-1323-4467-B849-DD8D4C3719EC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D222CC-1753-4C60-A9DB-BED17E8EAD8E}" type="doc">
      <dgm:prSet loTypeId="urn:microsoft.com/office/officeart/2005/8/layout/rings+Icon" loCatId="relationship" qsTypeId="urn:microsoft.com/office/officeart/2005/8/quickstyle/3d4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1A91FD1C-B5B9-467D-9A22-B0AB5E402F51}">
      <dgm:prSet phldrT="[Text]" phldr="0"/>
      <dgm:spPr/>
      <dgm:t>
        <a:bodyPr/>
        <a:lstStyle/>
        <a:p>
          <a:r>
            <a:rPr lang="en-US" b="1" dirty="0">
              <a:solidFill>
                <a:schemeClr val="bg2">
                  <a:lumMod val="90000"/>
                </a:schemeClr>
              </a:solidFill>
              <a:latin typeface="Inter" panose="020B0604020202020204" charset="0"/>
              <a:ea typeface="Inter" panose="020B0604020202020204" charset="0"/>
            </a:rPr>
            <a:t>Interactive</a:t>
          </a:r>
          <a:endParaRPr lang="en-IN" b="1" dirty="0">
            <a:solidFill>
              <a:schemeClr val="bg2">
                <a:lumMod val="90000"/>
              </a:schemeClr>
            </a:solidFill>
            <a:latin typeface="Inter" panose="020B0604020202020204" charset="0"/>
            <a:ea typeface="Inter" panose="020B0604020202020204" charset="0"/>
          </a:endParaRPr>
        </a:p>
      </dgm:t>
    </dgm:pt>
    <dgm:pt modelId="{241E53BF-13BD-4EB1-A90C-D091C0395A23}" type="parTrans" cxnId="{21AAFDC7-6B97-49AD-99F6-10FF68FA5920}">
      <dgm:prSet/>
      <dgm:spPr/>
      <dgm:t>
        <a:bodyPr/>
        <a:lstStyle/>
        <a:p>
          <a:endParaRPr lang="en-IN"/>
        </a:p>
      </dgm:t>
    </dgm:pt>
    <dgm:pt modelId="{00B67EC4-9CD1-4717-B68D-9DA64123B709}" type="sibTrans" cxnId="{21AAFDC7-6B97-49AD-99F6-10FF68FA5920}">
      <dgm:prSet/>
      <dgm:spPr/>
      <dgm:t>
        <a:bodyPr/>
        <a:lstStyle/>
        <a:p>
          <a:endParaRPr lang="en-IN"/>
        </a:p>
      </dgm:t>
    </dgm:pt>
    <dgm:pt modelId="{5A9FB354-C6E1-48F2-BAE1-A92EA562A0C7}">
      <dgm:prSet phldrT="[Text]" phldr="0"/>
      <dgm:spPr/>
      <dgm:t>
        <a:bodyPr/>
        <a:lstStyle/>
        <a:p>
          <a:r>
            <a:rPr lang="en-US" b="1" dirty="0">
              <a:solidFill>
                <a:schemeClr val="bg2">
                  <a:lumMod val="90000"/>
                </a:schemeClr>
              </a:solidFill>
              <a:latin typeface="Inter" panose="020B0604020202020204" charset="0"/>
              <a:ea typeface="Inter" panose="020B0604020202020204" charset="0"/>
            </a:rPr>
            <a:t>Real-Time OCR</a:t>
          </a:r>
          <a:endParaRPr lang="en-IN" b="1" dirty="0">
            <a:solidFill>
              <a:schemeClr val="bg2">
                <a:lumMod val="90000"/>
              </a:schemeClr>
            </a:solidFill>
            <a:latin typeface="Inter" panose="020B0604020202020204" charset="0"/>
            <a:ea typeface="Inter" panose="020B0604020202020204" charset="0"/>
          </a:endParaRPr>
        </a:p>
      </dgm:t>
    </dgm:pt>
    <dgm:pt modelId="{B450D413-38A0-46F1-BED4-6ABA3302770E}" type="parTrans" cxnId="{48B92AEF-3C3B-4D1D-8F65-7D22E6609306}">
      <dgm:prSet/>
      <dgm:spPr/>
      <dgm:t>
        <a:bodyPr/>
        <a:lstStyle/>
        <a:p>
          <a:endParaRPr lang="en-IN"/>
        </a:p>
      </dgm:t>
    </dgm:pt>
    <dgm:pt modelId="{D5B92200-FFBD-4A73-B454-1E175B1BB726}" type="sibTrans" cxnId="{48B92AEF-3C3B-4D1D-8F65-7D22E6609306}">
      <dgm:prSet/>
      <dgm:spPr/>
      <dgm:t>
        <a:bodyPr/>
        <a:lstStyle/>
        <a:p>
          <a:endParaRPr lang="en-IN"/>
        </a:p>
      </dgm:t>
    </dgm:pt>
    <dgm:pt modelId="{8262214A-9D1D-4CA5-93D7-41CDDB918951}">
      <dgm:prSet phldrT="[Text]" phldr="0"/>
      <dgm:spPr/>
      <dgm:t>
        <a:bodyPr/>
        <a:lstStyle/>
        <a:p>
          <a:r>
            <a:rPr lang="en-US" b="1" dirty="0">
              <a:solidFill>
                <a:schemeClr val="bg2">
                  <a:lumMod val="90000"/>
                </a:schemeClr>
              </a:solidFill>
              <a:latin typeface="Inter" panose="020B0604020202020204" charset="0"/>
              <a:ea typeface="Inter" panose="020B0604020202020204" charset="0"/>
            </a:rPr>
            <a:t>Multimedia</a:t>
          </a:r>
          <a:endParaRPr lang="en-IN" b="1" dirty="0">
            <a:solidFill>
              <a:schemeClr val="bg2">
                <a:lumMod val="90000"/>
              </a:schemeClr>
            </a:solidFill>
            <a:latin typeface="Inter" panose="020B0604020202020204" charset="0"/>
            <a:ea typeface="Inter" panose="020B0604020202020204" charset="0"/>
          </a:endParaRPr>
        </a:p>
      </dgm:t>
    </dgm:pt>
    <dgm:pt modelId="{CB8EC1C2-3B2C-4333-A28B-5F6C739BDDD9}" type="parTrans" cxnId="{5CE5CDB4-2294-4504-8A44-F856D14276CF}">
      <dgm:prSet/>
      <dgm:spPr/>
      <dgm:t>
        <a:bodyPr/>
        <a:lstStyle/>
        <a:p>
          <a:endParaRPr lang="en-IN"/>
        </a:p>
      </dgm:t>
    </dgm:pt>
    <dgm:pt modelId="{48DE70B3-597C-4441-9DB6-30DD3E09A9AD}" type="sibTrans" cxnId="{5CE5CDB4-2294-4504-8A44-F856D14276CF}">
      <dgm:prSet/>
      <dgm:spPr/>
      <dgm:t>
        <a:bodyPr/>
        <a:lstStyle/>
        <a:p>
          <a:endParaRPr lang="en-IN"/>
        </a:p>
      </dgm:t>
    </dgm:pt>
    <dgm:pt modelId="{F716B530-53B1-4F4C-8FBB-DC0FCDA6364B}">
      <dgm:prSet phldrT="[Text]" phldr="0"/>
      <dgm:spPr/>
      <dgm:t>
        <a:bodyPr/>
        <a:lstStyle/>
        <a:p>
          <a:r>
            <a:rPr lang="en-US" b="1" dirty="0">
              <a:solidFill>
                <a:schemeClr val="bg2">
                  <a:lumMod val="90000"/>
                </a:schemeClr>
              </a:solidFill>
              <a:latin typeface="Inter" panose="020B0604020202020204" charset="0"/>
              <a:ea typeface="Inter" panose="020B0604020202020204" charset="0"/>
            </a:rPr>
            <a:t>User-friendly</a:t>
          </a:r>
          <a:endParaRPr lang="en-IN" b="1" dirty="0">
            <a:solidFill>
              <a:schemeClr val="bg2">
                <a:lumMod val="90000"/>
              </a:schemeClr>
            </a:solidFill>
            <a:latin typeface="Inter" panose="020B0604020202020204" charset="0"/>
            <a:ea typeface="Inter" panose="020B0604020202020204" charset="0"/>
          </a:endParaRPr>
        </a:p>
      </dgm:t>
    </dgm:pt>
    <dgm:pt modelId="{699A7FCC-497F-42DA-AA7A-12F6A89D7BD4}" type="parTrans" cxnId="{60989616-41D8-48B2-80E7-D3A91C1B089A}">
      <dgm:prSet/>
      <dgm:spPr/>
      <dgm:t>
        <a:bodyPr/>
        <a:lstStyle/>
        <a:p>
          <a:endParaRPr lang="en-IN"/>
        </a:p>
      </dgm:t>
    </dgm:pt>
    <dgm:pt modelId="{68C00718-7BDD-47B5-B472-31FC84DB2C01}" type="sibTrans" cxnId="{60989616-41D8-48B2-80E7-D3A91C1B089A}">
      <dgm:prSet/>
      <dgm:spPr/>
      <dgm:t>
        <a:bodyPr/>
        <a:lstStyle/>
        <a:p>
          <a:endParaRPr lang="en-IN"/>
        </a:p>
      </dgm:t>
    </dgm:pt>
    <dgm:pt modelId="{2510419A-2B44-4C3C-933F-F07C3D01B111}" type="pres">
      <dgm:prSet presAssocID="{1AD222CC-1753-4C60-A9DB-BED17E8EAD8E}" presName="Name0" presStyleCnt="0">
        <dgm:presLayoutVars>
          <dgm:chMax val="7"/>
          <dgm:dir/>
          <dgm:resizeHandles val="exact"/>
        </dgm:presLayoutVars>
      </dgm:prSet>
      <dgm:spPr/>
    </dgm:pt>
    <dgm:pt modelId="{91766EC9-C384-4B49-A929-B26E86D06363}" type="pres">
      <dgm:prSet presAssocID="{1AD222CC-1753-4C60-A9DB-BED17E8EAD8E}" presName="ellipse1" presStyleLbl="vennNode1" presStyleIdx="0" presStyleCnt="4">
        <dgm:presLayoutVars>
          <dgm:bulletEnabled val="1"/>
        </dgm:presLayoutVars>
      </dgm:prSet>
      <dgm:spPr/>
    </dgm:pt>
    <dgm:pt modelId="{45F941C4-A4D5-43A6-8204-B02E48879181}" type="pres">
      <dgm:prSet presAssocID="{1AD222CC-1753-4C60-A9DB-BED17E8EAD8E}" presName="ellipse2" presStyleLbl="vennNode1" presStyleIdx="1" presStyleCnt="4">
        <dgm:presLayoutVars>
          <dgm:bulletEnabled val="1"/>
        </dgm:presLayoutVars>
      </dgm:prSet>
      <dgm:spPr/>
    </dgm:pt>
    <dgm:pt modelId="{E3A3336C-24E3-4E14-BC1B-82FEC9849429}" type="pres">
      <dgm:prSet presAssocID="{1AD222CC-1753-4C60-A9DB-BED17E8EAD8E}" presName="ellipse3" presStyleLbl="vennNode1" presStyleIdx="2" presStyleCnt="4">
        <dgm:presLayoutVars>
          <dgm:bulletEnabled val="1"/>
        </dgm:presLayoutVars>
      </dgm:prSet>
      <dgm:spPr/>
    </dgm:pt>
    <dgm:pt modelId="{EDDADF14-C834-4192-A06F-087683904944}" type="pres">
      <dgm:prSet presAssocID="{1AD222CC-1753-4C60-A9DB-BED17E8EAD8E}" presName="ellipse4" presStyleLbl="vennNode1" presStyleIdx="3" presStyleCnt="4">
        <dgm:presLayoutVars>
          <dgm:bulletEnabled val="1"/>
        </dgm:presLayoutVars>
      </dgm:prSet>
      <dgm:spPr/>
    </dgm:pt>
  </dgm:ptLst>
  <dgm:cxnLst>
    <dgm:cxn modelId="{60989616-41D8-48B2-80E7-D3A91C1B089A}" srcId="{1AD222CC-1753-4C60-A9DB-BED17E8EAD8E}" destId="{F716B530-53B1-4F4C-8FBB-DC0FCDA6364B}" srcOrd="3" destOrd="0" parTransId="{699A7FCC-497F-42DA-AA7A-12F6A89D7BD4}" sibTransId="{68C00718-7BDD-47B5-B472-31FC84DB2C01}"/>
    <dgm:cxn modelId="{4470BA1A-7595-45FE-AF0A-56B4C70BF44E}" type="presOf" srcId="{5A9FB354-C6E1-48F2-BAE1-A92EA562A0C7}" destId="{45F941C4-A4D5-43A6-8204-B02E48879181}" srcOrd="0" destOrd="0" presId="urn:microsoft.com/office/officeart/2005/8/layout/rings+Icon"/>
    <dgm:cxn modelId="{CC4EFB1A-7D5F-43BD-8865-FF7AE7738856}" type="presOf" srcId="{F716B530-53B1-4F4C-8FBB-DC0FCDA6364B}" destId="{EDDADF14-C834-4192-A06F-087683904944}" srcOrd="0" destOrd="0" presId="urn:microsoft.com/office/officeart/2005/8/layout/rings+Icon"/>
    <dgm:cxn modelId="{A37F0F70-A73D-4239-8851-1F4659B526D8}" type="presOf" srcId="{8262214A-9D1D-4CA5-93D7-41CDDB918951}" destId="{E3A3336C-24E3-4E14-BC1B-82FEC9849429}" srcOrd="0" destOrd="0" presId="urn:microsoft.com/office/officeart/2005/8/layout/rings+Icon"/>
    <dgm:cxn modelId="{5CE5CDB4-2294-4504-8A44-F856D14276CF}" srcId="{1AD222CC-1753-4C60-A9DB-BED17E8EAD8E}" destId="{8262214A-9D1D-4CA5-93D7-41CDDB918951}" srcOrd="2" destOrd="0" parTransId="{CB8EC1C2-3B2C-4333-A28B-5F6C739BDDD9}" sibTransId="{48DE70B3-597C-4441-9DB6-30DD3E09A9AD}"/>
    <dgm:cxn modelId="{21AAFDC7-6B97-49AD-99F6-10FF68FA5920}" srcId="{1AD222CC-1753-4C60-A9DB-BED17E8EAD8E}" destId="{1A91FD1C-B5B9-467D-9A22-B0AB5E402F51}" srcOrd="0" destOrd="0" parTransId="{241E53BF-13BD-4EB1-A90C-D091C0395A23}" sibTransId="{00B67EC4-9CD1-4717-B68D-9DA64123B709}"/>
    <dgm:cxn modelId="{69515AEB-DD96-4C57-B988-E0D33862DFF4}" type="presOf" srcId="{1A91FD1C-B5B9-467D-9A22-B0AB5E402F51}" destId="{91766EC9-C384-4B49-A929-B26E86D06363}" srcOrd="0" destOrd="0" presId="urn:microsoft.com/office/officeart/2005/8/layout/rings+Icon"/>
    <dgm:cxn modelId="{14A88FEB-BF52-4225-9797-F843ACDBC956}" type="presOf" srcId="{1AD222CC-1753-4C60-A9DB-BED17E8EAD8E}" destId="{2510419A-2B44-4C3C-933F-F07C3D01B111}" srcOrd="0" destOrd="0" presId="urn:microsoft.com/office/officeart/2005/8/layout/rings+Icon"/>
    <dgm:cxn modelId="{48B92AEF-3C3B-4D1D-8F65-7D22E6609306}" srcId="{1AD222CC-1753-4C60-A9DB-BED17E8EAD8E}" destId="{5A9FB354-C6E1-48F2-BAE1-A92EA562A0C7}" srcOrd="1" destOrd="0" parTransId="{B450D413-38A0-46F1-BED4-6ABA3302770E}" sibTransId="{D5B92200-FFBD-4A73-B454-1E175B1BB726}"/>
    <dgm:cxn modelId="{823ABEDF-89BA-44A2-890A-A3F579AB0EE1}" type="presParOf" srcId="{2510419A-2B44-4C3C-933F-F07C3D01B111}" destId="{91766EC9-C384-4B49-A929-B26E86D06363}" srcOrd="0" destOrd="0" presId="urn:microsoft.com/office/officeart/2005/8/layout/rings+Icon"/>
    <dgm:cxn modelId="{F9C15939-F568-4BCE-B4A5-297AE8B8A45C}" type="presParOf" srcId="{2510419A-2B44-4C3C-933F-F07C3D01B111}" destId="{45F941C4-A4D5-43A6-8204-B02E48879181}" srcOrd="1" destOrd="0" presId="urn:microsoft.com/office/officeart/2005/8/layout/rings+Icon"/>
    <dgm:cxn modelId="{73D5F49E-12CD-4B0D-BA0C-3E1978678AD3}" type="presParOf" srcId="{2510419A-2B44-4C3C-933F-F07C3D01B111}" destId="{E3A3336C-24E3-4E14-BC1B-82FEC9849429}" srcOrd="2" destOrd="0" presId="urn:microsoft.com/office/officeart/2005/8/layout/rings+Icon"/>
    <dgm:cxn modelId="{8B6681C6-B814-4579-9C39-58560EECDADF}" type="presParOf" srcId="{2510419A-2B44-4C3C-933F-F07C3D01B111}" destId="{EDDADF14-C834-4192-A06F-087683904944}" srcOrd="3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5A4EF0-8315-4347-9F4D-4A31C50EB62E}">
      <dsp:nvSpPr>
        <dsp:cNvPr id="0" name=""/>
        <dsp:cNvSpPr/>
      </dsp:nvSpPr>
      <dsp:spPr>
        <a:xfrm>
          <a:off x="2216679" y="0"/>
          <a:ext cx="2564201" cy="2564462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3EF9F-C0C0-4B10-B115-C687BFC23E87}">
      <dsp:nvSpPr>
        <dsp:cNvPr id="0" name=""/>
        <dsp:cNvSpPr/>
      </dsp:nvSpPr>
      <dsp:spPr>
        <a:xfrm>
          <a:off x="2782813" y="928265"/>
          <a:ext cx="1430969" cy="715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>
                  <a:lumMod val="75000"/>
                </a:schemeClr>
              </a:solidFill>
              <a:latin typeface="Inter" panose="020B0604020202020204" charset="0"/>
              <a:ea typeface="Inter" panose="020B0604020202020204" charset="0"/>
            </a:rPr>
            <a:t>Camera</a:t>
          </a:r>
          <a:endParaRPr lang="en-IN" sz="2400" kern="1200" dirty="0">
            <a:solidFill>
              <a:schemeClr val="bg1">
                <a:lumMod val="75000"/>
              </a:schemeClr>
            </a:solidFill>
            <a:latin typeface="Inter" panose="020B0604020202020204" charset="0"/>
            <a:ea typeface="Inter" panose="020B0604020202020204" charset="0"/>
          </a:endParaRPr>
        </a:p>
      </dsp:txBody>
      <dsp:txXfrm>
        <a:off x="2782813" y="928265"/>
        <a:ext cx="1430969" cy="715410"/>
      </dsp:txXfrm>
    </dsp:sp>
    <dsp:sp modelId="{57DA4490-1032-40E4-B5A9-E8594C362473}">
      <dsp:nvSpPr>
        <dsp:cNvPr id="0" name=""/>
        <dsp:cNvSpPr/>
      </dsp:nvSpPr>
      <dsp:spPr>
        <a:xfrm>
          <a:off x="1504320" y="1473664"/>
          <a:ext cx="2564201" cy="2564462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2F08F-5947-4C9E-B467-77554FB29289}">
      <dsp:nvSpPr>
        <dsp:cNvPr id="0" name=""/>
        <dsp:cNvSpPr/>
      </dsp:nvSpPr>
      <dsp:spPr>
        <a:xfrm>
          <a:off x="2067569" y="2404650"/>
          <a:ext cx="1430969" cy="715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bg1">
                  <a:lumMod val="75000"/>
                </a:schemeClr>
              </a:solidFill>
              <a:latin typeface="Inter" panose="020B0604020202020204" charset="0"/>
              <a:ea typeface="Inter" panose="020B0604020202020204" charset="0"/>
            </a:rPr>
            <a:t>OCR</a:t>
          </a:r>
          <a:endParaRPr lang="en-IN" sz="2400" kern="1200" dirty="0">
            <a:solidFill>
              <a:schemeClr val="bg1">
                <a:lumMod val="75000"/>
              </a:schemeClr>
            </a:solidFill>
            <a:latin typeface="Inter" panose="020B0604020202020204" charset="0"/>
            <a:ea typeface="Inter" panose="020B0604020202020204" charset="0"/>
          </a:endParaRPr>
        </a:p>
      </dsp:txBody>
      <dsp:txXfrm>
        <a:off x="2067569" y="2404650"/>
        <a:ext cx="1430969" cy="715410"/>
      </dsp:txXfrm>
    </dsp:sp>
    <dsp:sp modelId="{EAAC8BB4-C38A-4606-AF47-C7B7E4F7D211}">
      <dsp:nvSpPr>
        <dsp:cNvPr id="0" name=""/>
        <dsp:cNvSpPr/>
      </dsp:nvSpPr>
      <dsp:spPr>
        <a:xfrm>
          <a:off x="2216679" y="2952769"/>
          <a:ext cx="2564201" cy="2564462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33400-DFA4-4842-9768-92D63A4D4AAD}">
      <dsp:nvSpPr>
        <dsp:cNvPr id="0" name=""/>
        <dsp:cNvSpPr/>
      </dsp:nvSpPr>
      <dsp:spPr>
        <a:xfrm>
          <a:off x="2782813" y="3881035"/>
          <a:ext cx="1430969" cy="715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bg1">
                  <a:lumMod val="75000"/>
                </a:schemeClr>
              </a:solidFill>
              <a:latin typeface="Inter" panose="020B0604020202020204" charset="0"/>
              <a:ea typeface="Inter" panose="020B0604020202020204" charset="0"/>
            </a:rPr>
            <a:t>CSV Lookup</a:t>
          </a:r>
          <a:endParaRPr lang="en-IN" sz="2400" kern="1200" dirty="0">
            <a:solidFill>
              <a:schemeClr val="bg1">
                <a:lumMod val="75000"/>
              </a:schemeClr>
            </a:solidFill>
            <a:latin typeface="Inter" panose="020B0604020202020204" charset="0"/>
            <a:ea typeface="Inter" panose="020B0604020202020204" charset="0"/>
          </a:endParaRPr>
        </a:p>
      </dsp:txBody>
      <dsp:txXfrm>
        <a:off x="2782813" y="3881035"/>
        <a:ext cx="1430969" cy="715410"/>
      </dsp:txXfrm>
    </dsp:sp>
    <dsp:sp modelId="{E8BC3E77-0F3E-4CB8-96FE-38935E215F20}">
      <dsp:nvSpPr>
        <dsp:cNvPr id="0" name=""/>
        <dsp:cNvSpPr/>
      </dsp:nvSpPr>
      <dsp:spPr>
        <a:xfrm>
          <a:off x="1687100" y="4596446"/>
          <a:ext cx="2202971" cy="2204036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164DA-1323-4467-B849-DD8D4C3719EC}">
      <dsp:nvSpPr>
        <dsp:cNvPr id="0" name=""/>
        <dsp:cNvSpPr/>
      </dsp:nvSpPr>
      <dsp:spPr>
        <a:xfrm>
          <a:off x="2067569" y="5357420"/>
          <a:ext cx="1430969" cy="715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bg1">
                  <a:lumMod val="75000"/>
                </a:schemeClr>
              </a:solidFill>
              <a:latin typeface="Inter" panose="020B0604020202020204" charset="0"/>
              <a:ea typeface="Inter" panose="020B0604020202020204" charset="0"/>
            </a:rPr>
            <a:t>Display + Audio</a:t>
          </a:r>
          <a:endParaRPr lang="en-IN" sz="2400" kern="1200" dirty="0">
            <a:solidFill>
              <a:schemeClr val="bg1">
                <a:lumMod val="75000"/>
              </a:schemeClr>
            </a:solidFill>
            <a:latin typeface="Inter" panose="020B0604020202020204" charset="0"/>
            <a:ea typeface="Inter" panose="020B0604020202020204" charset="0"/>
          </a:endParaRPr>
        </a:p>
      </dsp:txBody>
      <dsp:txXfrm>
        <a:off x="2067569" y="5357420"/>
        <a:ext cx="1430969" cy="7154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766EC9-C384-4B49-A929-B26E86D06363}">
      <dsp:nvSpPr>
        <dsp:cNvPr id="0" name=""/>
        <dsp:cNvSpPr/>
      </dsp:nvSpPr>
      <dsp:spPr>
        <a:xfrm>
          <a:off x="0" y="432828"/>
          <a:ext cx="2153674" cy="2153938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2">
                  <a:lumMod val="90000"/>
                </a:schemeClr>
              </a:solidFill>
              <a:latin typeface="Inter" panose="020B0604020202020204" charset="0"/>
              <a:ea typeface="Inter" panose="020B0604020202020204" charset="0"/>
            </a:rPr>
            <a:t>Interactive</a:t>
          </a:r>
          <a:endParaRPr lang="en-IN" sz="2000" b="1" kern="1200" dirty="0">
            <a:solidFill>
              <a:schemeClr val="bg2">
                <a:lumMod val="90000"/>
              </a:schemeClr>
            </a:solidFill>
            <a:latin typeface="Inter" panose="020B0604020202020204" charset="0"/>
            <a:ea typeface="Inter" panose="020B0604020202020204" charset="0"/>
          </a:endParaRPr>
        </a:p>
      </dsp:txBody>
      <dsp:txXfrm>
        <a:off x="315398" y="748265"/>
        <a:ext cx="1522878" cy="1523064"/>
      </dsp:txXfrm>
    </dsp:sp>
    <dsp:sp modelId="{45F941C4-A4D5-43A6-8204-B02E48879181}">
      <dsp:nvSpPr>
        <dsp:cNvPr id="0" name=""/>
        <dsp:cNvSpPr/>
      </dsp:nvSpPr>
      <dsp:spPr>
        <a:xfrm>
          <a:off x="1108057" y="1869385"/>
          <a:ext cx="2153674" cy="2153938"/>
        </a:xfrm>
        <a:prstGeom prst="ellipse">
          <a:avLst/>
        </a:prstGeom>
        <a:solidFill>
          <a:schemeClr val="accent5">
            <a:alpha val="50000"/>
            <a:hueOff val="-2252848"/>
            <a:satOff val="-5806"/>
            <a:lumOff val="-3922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2">
                  <a:lumMod val="90000"/>
                </a:schemeClr>
              </a:solidFill>
              <a:latin typeface="Inter" panose="020B0604020202020204" charset="0"/>
              <a:ea typeface="Inter" panose="020B0604020202020204" charset="0"/>
            </a:rPr>
            <a:t>Real-Time OCR</a:t>
          </a:r>
          <a:endParaRPr lang="en-IN" sz="2000" b="1" kern="1200" dirty="0">
            <a:solidFill>
              <a:schemeClr val="bg2">
                <a:lumMod val="90000"/>
              </a:schemeClr>
            </a:solidFill>
            <a:latin typeface="Inter" panose="020B0604020202020204" charset="0"/>
            <a:ea typeface="Inter" panose="020B0604020202020204" charset="0"/>
          </a:endParaRPr>
        </a:p>
      </dsp:txBody>
      <dsp:txXfrm>
        <a:off x="1423455" y="2184822"/>
        <a:ext cx="1522878" cy="1523064"/>
      </dsp:txXfrm>
    </dsp:sp>
    <dsp:sp modelId="{E3A3336C-24E3-4E14-BC1B-82FEC9849429}">
      <dsp:nvSpPr>
        <dsp:cNvPr id="0" name=""/>
        <dsp:cNvSpPr/>
      </dsp:nvSpPr>
      <dsp:spPr>
        <a:xfrm>
          <a:off x="2215568" y="432828"/>
          <a:ext cx="2153674" cy="2153938"/>
        </a:xfrm>
        <a:prstGeom prst="ellipse">
          <a:avLst/>
        </a:prstGeom>
        <a:solidFill>
          <a:schemeClr val="accent5">
            <a:alpha val="50000"/>
            <a:hueOff val="-4505695"/>
            <a:satOff val="-11613"/>
            <a:lumOff val="-784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2">
                  <a:lumMod val="90000"/>
                </a:schemeClr>
              </a:solidFill>
              <a:latin typeface="Inter" panose="020B0604020202020204" charset="0"/>
              <a:ea typeface="Inter" panose="020B0604020202020204" charset="0"/>
            </a:rPr>
            <a:t>Multimedia</a:t>
          </a:r>
          <a:endParaRPr lang="en-IN" sz="2000" b="1" kern="1200" dirty="0">
            <a:solidFill>
              <a:schemeClr val="bg2">
                <a:lumMod val="90000"/>
              </a:schemeClr>
            </a:solidFill>
            <a:latin typeface="Inter" panose="020B0604020202020204" charset="0"/>
            <a:ea typeface="Inter" panose="020B0604020202020204" charset="0"/>
          </a:endParaRPr>
        </a:p>
      </dsp:txBody>
      <dsp:txXfrm>
        <a:off x="2530966" y="748265"/>
        <a:ext cx="1522878" cy="1523064"/>
      </dsp:txXfrm>
    </dsp:sp>
    <dsp:sp modelId="{EDDADF14-C834-4192-A06F-087683904944}">
      <dsp:nvSpPr>
        <dsp:cNvPr id="0" name=""/>
        <dsp:cNvSpPr/>
      </dsp:nvSpPr>
      <dsp:spPr>
        <a:xfrm>
          <a:off x="3323626" y="1869385"/>
          <a:ext cx="2153674" cy="2153938"/>
        </a:xfrm>
        <a:prstGeom prst="ellipse">
          <a:avLst/>
        </a:prstGeom>
        <a:solidFill>
          <a:schemeClr val="accent5">
            <a:alpha val="50000"/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2">
                  <a:lumMod val="90000"/>
                </a:schemeClr>
              </a:solidFill>
              <a:latin typeface="Inter" panose="020B0604020202020204" charset="0"/>
              <a:ea typeface="Inter" panose="020B0604020202020204" charset="0"/>
            </a:rPr>
            <a:t>User-friendly</a:t>
          </a:r>
          <a:endParaRPr lang="en-IN" sz="2000" b="1" kern="1200" dirty="0">
            <a:solidFill>
              <a:schemeClr val="bg2">
                <a:lumMod val="90000"/>
              </a:schemeClr>
            </a:solidFill>
            <a:latin typeface="Inter" panose="020B0604020202020204" charset="0"/>
            <a:ea typeface="Inter" panose="020B0604020202020204" charset="0"/>
          </a:endParaRPr>
        </a:p>
      </dsp:txBody>
      <dsp:txXfrm>
        <a:off x="3639024" y="2184822"/>
        <a:ext cx="1522878" cy="15230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637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2BC82-31E5-3AD7-0908-61F708F0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B420B-4EFF-91D5-2539-A578B606D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55CD1-E76A-5293-016A-11F15E43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BD620-057E-79E6-AC39-3B7B92DFD9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77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F1F26-28DB-F581-B62D-A53F1E876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D09C3-088F-615F-CA96-DDBB5A662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E5C2A-7FF2-F14C-DAAE-77F1DEF32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04DA2-D32B-1CED-69A9-1203531EC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71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7F133-679F-8019-93E9-6EEECA78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387D9-37C7-3784-DCF5-716639988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B8C72-7373-98CD-7F4D-E73A16EF4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FA465-9FE1-B7B8-5157-F5C33C7B6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87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75275-0FF0-C9A7-3752-21BF1AA05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7B33C-B24F-6272-6371-F32835E69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958A4-A92D-5764-4C64-490DB0801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A856E-D816-5238-F11C-7114AFC3B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52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7A0E0-46FC-D0D0-A8A3-49FD2085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8FC0D-6A39-B756-6992-312E60BD3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9DBE6-6787-2985-70B4-B6AB719AD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E7D0E-74A9-84B1-CE65-8DB907C8CE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02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085" y="198846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Subject-Specific Flashcard Reader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001084" y="563153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Sanjeevitha C S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23AD123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95ABB-863A-59DF-9D3A-EE34E221E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C23500-99A3-229D-6403-F398532B32D4}"/>
              </a:ext>
            </a:extLst>
          </p:cNvPr>
          <p:cNvSpPr/>
          <p:nvPr/>
        </p:nvSpPr>
        <p:spPr>
          <a:xfrm>
            <a:off x="564297" y="1125855"/>
            <a:ext cx="9819918" cy="1350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Introduction:</a:t>
            </a:r>
            <a:endParaRPr lang="en-US" sz="35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B427C9-6084-D161-50C7-4B49F7E72F6E}"/>
              </a:ext>
            </a:extLst>
          </p:cNvPr>
          <p:cNvSpPr/>
          <p:nvPr/>
        </p:nvSpPr>
        <p:spPr>
          <a:xfrm>
            <a:off x="2755761" y="306050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endParaRPr lang="en-US" sz="2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0642B4-B9D4-E0EB-E4FE-3F8D0158037D}"/>
              </a:ext>
            </a:extLst>
          </p:cNvPr>
          <p:cNvSpPr/>
          <p:nvPr/>
        </p:nvSpPr>
        <p:spPr>
          <a:xfrm>
            <a:off x="439215" y="2060812"/>
            <a:ext cx="8595603" cy="4121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Instrument Sans Medium" panose="020B0604020202020204" charset="0"/>
              </a:rPr>
              <a:t>Subject Specific Flashcard Reader — a camera-based study assistant.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Instrument Sans Medium" panose="020B0604020202020204" charset="0"/>
                <a:ea typeface="Instrument Sans Medium" pitchFamily="34" charset="-122"/>
                <a:cs typeface="Instrument Sans Medium" pitchFamily="34" charset="-120"/>
              </a:rPr>
              <a:t>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Instrument Sans Medium" panose="020B0604020202020204" charset="0"/>
              </a:rPr>
              <a:t>Converts physical flashcards into instant multimedia explanations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Instrument Sans Medium" panose="020B0604020202020204" charset="0"/>
              </a:rPr>
              <a:t>      using OCR and CSV lookup.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Instrument Sans Medium" panose="020B0604020202020204" charset="0"/>
              </a:rPr>
              <a:t>Displays text, images, videos, and also reads the explanation aloud.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Instrument Sans Medium" panose="020B0604020202020204" charset="0"/>
              </a:rPr>
              <a:t>Helps to learn faster with immediate, multimedia-based feedback.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Instrument Sans Medium" panose="020B0604020202020204" charset="0"/>
              <a:ea typeface="Instrument Sans Medium" pitchFamily="34" charset="-122"/>
              <a:cs typeface="Instrument Sans Medium" pitchFamily="34" charset="-12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6D3957B-910B-B0C2-5537-DB38EEAE7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7985" y="7562810"/>
            <a:ext cx="1962424" cy="562053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F4523A4-4379-D09E-A02E-E74DC2BEAF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503573"/>
              </p:ext>
            </p:extLst>
          </p:nvPr>
        </p:nvGraphicFramePr>
        <p:xfrm>
          <a:off x="9159900" y="496193"/>
          <a:ext cx="6285201" cy="6800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8998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85" y="619017"/>
            <a:ext cx="9819918" cy="1350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 : </a:t>
            </a:r>
            <a:endParaRPr lang="en-US" sz="35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7890108-1A1F-6BBF-5685-0E3532D5E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7985" y="7562810"/>
            <a:ext cx="1962424" cy="562053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40B75B0E-15DE-ED76-62E2-015DBB25EA98}"/>
              </a:ext>
            </a:extLst>
          </p:cNvPr>
          <p:cNvSpPr/>
          <p:nvPr/>
        </p:nvSpPr>
        <p:spPr>
          <a:xfrm>
            <a:off x="532502" y="2054236"/>
            <a:ext cx="11941791" cy="4121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Instrument Sans Medium" panose="020B0604020202020204" charset="0"/>
                <a:ea typeface="Instrument Sans Medium" pitchFamily="34" charset="-122"/>
                <a:cs typeface="Instrument Sans Medium" pitchFamily="34" charset="-120"/>
              </a:rPr>
              <a:t>Users lose interest with traditional flashcards due to limited information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Instrument Sans Medium" panose="020B0604020202020204" charset="0"/>
              </a:rPr>
              <a:t>Traditional flashcards require manual searching for explanations, images, or examples.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Instrument Sans Medium" panose="020B0604020202020204" charset="0"/>
              </a:rPr>
              <a:t>Manual searching interrupts active learning and slows revision.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Instrument Sans Medium" panose="020B0604020202020204" charset="0"/>
              </a:rPr>
              <a:t>Existing OCR tools are unstable across frames, lack multimedia linkage, and rarely 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solidFill>
                  <a:schemeClr val="bg1"/>
                </a:solidFill>
                <a:latin typeface="Instrument Sans Medium" panose="020B0604020202020204" charset="0"/>
              </a:rPr>
              <a:t>      provide integrated narration</a:t>
            </a:r>
            <a:r>
              <a:rPr lang="en-US" sz="2400" dirty="0">
                <a:latin typeface="Instrument Sans Medium" panose="020B060402020202020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4E95F-5ABF-D462-B1A9-F599986A8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10BF41-C1A5-7358-CD19-5AF966643186}"/>
              </a:ext>
            </a:extLst>
          </p:cNvPr>
          <p:cNvSpPr/>
          <p:nvPr/>
        </p:nvSpPr>
        <p:spPr>
          <a:xfrm>
            <a:off x="564297" y="1125855"/>
            <a:ext cx="9819918" cy="1350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Objectives:</a:t>
            </a:r>
            <a:endParaRPr lang="en-US" sz="35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88BAF62-CCA1-B1EC-C2DE-52C330731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7985" y="7562810"/>
            <a:ext cx="1962424" cy="562053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281E0BC3-22DF-AEA6-74E1-43F01D1062BF}"/>
              </a:ext>
            </a:extLst>
          </p:cNvPr>
          <p:cNvSpPr/>
          <p:nvPr/>
        </p:nvSpPr>
        <p:spPr>
          <a:xfrm>
            <a:off x="141217" y="2112900"/>
            <a:ext cx="15414402" cy="510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Instrument Sans Medium" panose="020B0604020202020204" charset="0"/>
                <a:ea typeface="Instrument Sans Medium" pitchFamily="34" charset="-122"/>
                <a:cs typeface="Instrument Sans Medium" pitchFamily="34" charset="-120"/>
              </a:rPr>
              <a:t>Make flashcards interactive and engaging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Instrument Sans Medium" panose="020B0604020202020204" charset="0"/>
              </a:rPr>
              <a:t>Build a lightweight web app that reads flashcard keywords </a:t>
            </a:r>
          </a:p>
          <a:p>
            <a:pPr algn="just">
              <a:lnSpc>
                <a:spcPct val="200000"/>
              </a:lnSpc>
            </a:pPr>
            <a:r>
              <a:rPr lang="en-US" sz="2300" dirty="0">
                <a:solidFill>
                  <a:schemeClr val="bg1"/>
                </a:solidFill>
                <a:latin typeface="Instrument Sans Medium" panose="020B0604020202020204" charset="0"/>
              </a:rPr>
              <a:t>      through camera in real-time.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Instrument Sans Medium" panose="020B0604020202020204" charset="0"/>
              </a:rPr>
              <a:t>Ensure stable keyword detection across multiple frames.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Instrument Sans Medium" panose="020B0604020202020204" charset="0"/>
              </a:rPr>
              <a:t>Retrieve  explanations, fun facts, images, and video links </a:t>
            </a:r>
          </a:p>
          <a:p>
            <a:pPr algn="just">
              <a:lnSpc>
                <a:spcPct val="200000"/>
              </a:lnSpc>
            </a:pPr>
            <a:r>
              <a:rPr lang="en-US" sz="2300" dirty="0">
                <a:solidFill>
                  <a:schemeClr val="bg1"/>
                </a:solidFill>
                <a:latin typeface="Instrument Sans Medium" panose="020B0604020202020204" charset="0"/>
              </a:rPr>
              <a:t>       from a CSV dataset.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Instrument Sans Medium" panose="020B0604020202020204" charset="0"/>
              </a:rPr>
              <a:t>Provide Text-to-Speech (TTS) narration and fallbacks (Google Images / YouTube) when needed.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Instrument Sans Medium" panose="020B0604020202020204" charset="0"/>
              </a:rPr>
              <a:t>Make the system user-friendly, extensible, and easy to maintain.</a:t>
            </a:r>
            <a:endParaRPr lang="en-US" sz="2300" dirty="0">
              <a:solidFill>
                <a:schemeClr val="bg1"/>
              </a:solidFill>
              <a:latin typeface="Instrument Sans Medium" panose="020B0604020202020204" charset="0"/>
              <a:ea typeface="Instrument Sans Medium" pitchFamily="34" charset="-122"/>
              <a:cs typeface="Instrument Sans Medium" pitchFamily="34" charset="-12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52B0A6E-75FE-7B6B-5079-D6B899FF8C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8165088"/>
              </p:ext>
            </p:extLst>
          </p:nvPr>
        </p:nvGraphicFramePr>
        <p:xfrm>
          <a:off x="9011882" y="1658043"/>
          <a:ext cx="5477301" cy="44561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816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089" y="572929"/>
            <a:ext cx="8648462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Proposed Method : 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90" y="1934978"/>
            <a:ext cx="5642168" cy="9924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9400" y="2754571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Camera Input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9399" y="3287553"/>
            <a:ext cx="6089333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camera captures images of physical flashcards or learning materials.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356" y="1947862"/>
            <a:ext cx="5642169" cy="9924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21667" y="2804913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OCR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621667" y="3307913"/>
            <a:ext cx="6089333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Optical Character Recognition (OCR) processes the text on the flashcard without needing an internet connection.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90" y="4673469"/>
            <a:ext cx="5642168" cy="9924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9401" y="5527627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Matching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919401" y="6135590"/>
            <a:ext cx="6089333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 – Explanation + Fun Fact + Images/Video</a:t>
            </a:r>
          </a:p>
          <a:p>
            <a:pPr marL="285750" indent="-285750" algn="l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7CDD6"/>
                </a:solidFill>
                <a:latin typeface="Inter" pitchFamily="34" charset="0"/>
                <a:ea typeface="Inter" pitchFamily="34" charset="-122"/>
              </a:rPr>
              <a:t>Not Found – Redirect to Google/</a:t>
            </a:r>
            <a:r>
              <a:rPr lang="en-US" dirty="0" err="1">
                <a:solidFill>
                  <a:srgbClr val="C7CDD6"/>
                </a:solidFill>
                <a:latin typeface="Inter" pitchFamily="34" charset="0"/>
                <a:ea typeface="Inter" pitchFamily="34" charset="-122"/>
              </a:rPr>
              <a:t>Youtube</a:t>
            </a:r>
            <a:r>
              <a:rPr lang="en-US" dirty="0">
                <a:solidFill>
                  <a:srgbClr val="C7CDD6"/>
                </a:solidFill>
                <a:latin typeface="Inter" pitchFamily="34" charset="0"/>
                <a:ea typeface="Inter" pitchFamily="34" charset="-122"/>
              </a:rPr>
              <a:t> search</a:t>
            </a:r>
            <a:endParaRPr lang="en-US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357" y="4676656"/>
            <a:ext cx="5932454" cy="10435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21667" y="5493901"/>
            <a:ext cx="3336369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Text-to-Speech Explanation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7621667" y="6141826"/>
            <a:ext cx="6089333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provides clear, concise verbal explanations via Text-to-Speech (TTS), directly to the user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AD7261-0FED-3835-5DD6-F3DD8ED2C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2863" y="7656672"/>
            <a:ext cx="1962424" cy="5620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6F1B6-E1F6-2A80-AD6A-FFB6499F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5B1A8E-01A8-D4BA-2148-8C048FE3A25C}"/>
              </a:ext>
            </a:extLst>
          </p:cNvPr>
          <p:cNvSpPr/>
          <p:nvPr/>
        </p:nvSpPr>
        <p:spPr>
          <a:xfrm>
            <a:off x="715089" y="572929"/>
            <a:ext cx="8648462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222B464-DDED-0FAE-D6A5-5DF66A2A9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863" y="7656672"/>
            <a:ext cx="1962424" cy="5620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6D8E64-E031-CAC6-9315-456E8526F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833" y="1083706"/>
            <a:ext cx="3729037" cy="63543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70CD1F3-1B94-C545-C667-A7EE9EBCB821}"/>
              </a:ext>
            </a:extLst>
          </p:cNvPr>
          <p:cNvSpPr txBox="1"/>
          <p:nvPr/>
        </p:nvSpPr>
        <p:spPr>
          <a:xfrm>
            <a:off x="572019" y="1857400"/>
            <a:ext cx="9732041" cy="492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Camera: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Captures the flashcard shown by the user.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OCR: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Extracts text from the captured image.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Stable Keyword Check: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Confirms the same keyword appears across multiple frames.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CSV Lookup: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Searches the dataset for the matching keyword.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Display Info: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Shows explanation and fun facts on the screen.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Image/Video: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Displays related images or videos if available.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TTS: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Reads out the explanation using text-to-speech.</a:t>
            </a:r>
            <a:endParaRPr lang="en-IN" sz="2000" dirty="0">
              <a:solidFill>
                <a:schemeClr val="bg1">
                  <a:lumMod val="85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9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7942" y="532686"/>
            <a:ext cx="7233880" cy="48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Implementation</a:t>
            </a:r>
            <a:endParaRPr lang="en-US" sz="30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A2D7AE2-6E63-F71C-14CC-2508EEC6F2FD}"/>
              </a:ext>
            </a:extLst>
          </p:cNvPr>
          <p:cNvGrpSpPr/>
          <p:nvPr/>
        </p:nvGrpSpPr>
        <p:grpSpPr>
          <a:xfrm>
            <a:off x="610573" y="1369929"/>
            <a:ext cx="6649392" cy="2903146"/>
            <a:chOff x="677942" y="1655206"/>
            <a:chExt cx="6541724" cy="2129907"/>
          </a:xfrm>
        </p:grpSpPr>
        <p:sp>
          <p:nvSpPr>
            <p:cNvPr id="4" name="Shape 1"/>
            <p:cNvSpPr/>
            <p:nvPr/>
          </p:nvSpPr>
          <p:spPr>
            <a:xfrm>
              <a:off x="677942" y="1655206"/>
              <a:ext cx="6541724" cy="2129907"/>
            </a:xfrm>
            <a:prstGeom prst="roundRect">
              <a:avLst>
                <a:gd name="adj" fmla="val 1974"/>
              </a:avLst>
            </a:prstGeom>
            <a:solidFill>
              <a:srgbClr val="242429"/>
            </a:solidFill>
            <a:ln w="22860">
              <a:solidFill>
                <a:srgbClr val="5C5C61"/>
              </a:solidFill>
              <a:prstDash val="solid"/>
            </a:ln>
          </p:spPr>
        </p:sp>
        <p:sp>
          <p:nvSpPr>
            <p:cNvPr id="5" name="Shape 2"/>
            <p:cNvSpPr/>
            <p:nvPr/>
          </p:nvSpPr>
          <p:spPr>
            <a:xfrm>
              <a:off x="677942" y="1655206"/>
              <a:ext cx="76806" cy="2129907"/>
            </a:xfrm>
            <a:prstGeom prst="roundRect">
              <a:avLst>
                <a:gd name="adj" fmla="val 31778"/>
              </a:avLst>
            </a:prstGeom>
            <a:solidFill>
              <a:srgbClr val="FDC4C4"/>
            </a:solidFill>
            <a:ln/>
          </p:spPr>
        </p:sp>
        <p:sp>
          <p:nvSpPr>
            <p:cNvPr id="6" name="Text 3"/>
            <p:cNvSpPr/>
            <p:nvPr/>
          </p:nvSpPr>
          <p:spPr>
            <a:xfrm>
              <a:off x="985957" y="1871781"/>
              <a:ext cx="2151573" cy="4379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2000" dirty="0">
                  <a:solidFill>
                    <a:srgbClr val="C7CDD6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Dataset Setup</a:t>
              </a:r>
              <a:endParaRPr lang="en-US" sz="20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985957" y="2366335"/>
              <a:ext cx="6095101" cy="8969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Contains: category, keywords, explanation, fun fact, image/video link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Inter" panose="020B0604020202020204" charset="0"/>
                  <a:ea typeface="Inter" panose="020B0604020202020204" charset="0"/>
                </a:rPr>
                <a:t>Stored in CSV format for easy access and fast lookup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AF0ACEA-5D26-5746-0FC2-AF1470E5E808}"/>
              </a:ext>
            </a:extLst>
          </p:cNvPr>
          <p:cNvGrpSpPr/>
          <p:nvPr/>
        </p:nvGrpSpPr>
        <p:grpSpPr>
          <a:xfrm>
            <a:off x="570274" y="4789398"/>
            <a:ext cx="6744926" cy="2851190"/>
            <a:chOff x="570274" y="4554621"/>
            <a:chExt cx="6649392" cy="2156824"/>
          </a:xfrm>
        </p:grpSpPr>
        <p:sp>
          <p:nvSpPr>
            <p:cNvPr id="8" name="Shape 5"/>
            <p:cNvSpPr/>
            <p:nvPr/>
          </p:nvSpPr>
          <p:spPr>
            <a:xfrm>
              <a:off x="570274" y="4554621"/>
              <a:ext cx="6649392" cy="2156824"/>
            </a:xfrm>
            <a:prstGeom prst="roundRect">
              <a:avLst>
                <a:gd name="adj" fmla="val 1974"/>
              </a:avLst>
            </a:prstGeom>
            <a:solidFill>
              <a:srgbClr val="242429"/>
            </a:solidFill>
            <a:ln w="22860">
              <a:solidFill>
                <a:srgbClr val="5C5C61"/>
              </a:solidFill>
              <a:prstDash val="solid"/>
            </a:ln>
          </p:spPr>
        </p:sp>
        <p:sp>
          <p:nvSpPr>
            <p:cNvPr id="9" name="Shape 6"/>
            <p:cNvSpPr/>
            <p:nvPr/>
          </p:nvSpPr>
          <p:spPr>
            <a:xfrm>
              <a:off x="571538" y="4554621"/>
              <a:ext cx="78070" cy="2156824"/>
            </a:xfrm>
            <a:prstGeom prst="roundRect">
              <a:avLst>
                <a:gd name="adj" fmla="val 31778"/>
              </a:avLst>
            </a:prstGeom>
            <a:solidFill>
              <a:srgbClr val="FDC4C4"/>
            </a:solidFill>
            <a:ln/>
          </p:spPr>
        </p:sp>
        <p:sp>
          <p:nvSpPr>
            <p:cNvPr id="10" name="Text 7"/>
            <p:cNvSpPr/>
            <p:nvPr/>
          </p:nvSpPr>
          <p:spPr>
            <a:xfrm>
              <a:off x="879553" y="4771195"/>
              <a:ext cx="2648595" cy="4435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2000" dirty="0">
                  <a:solidFill>
                    <a:srgbClr val="C7CDD6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Dataset Matching</a:t>
              </a:r>
              <a:endParaRPr lang="en-US" sz="20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848051" y="5373175"/>
              <a:ext cx="6201505" cy="9083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System searches for extracted text in dataset</a:t>
              </a:r>
            </a:p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</a:rPr>
                <a:t>If found , show explanation , fun fact, multimedia</a:t>
              </a:r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661491-4ABD-431D-C801-7DD023B7EC23}"/>
              </a:ext>
            </a:extLst>
          </p:cNvPr>
          <p:cNvGrpSpPr/>
          <p:nvPr/>
        </p:nvGrpSpPr>
        <p:grpSpPr>
          <a:xfrm>
            <a:off x="7711584" y="1369929"/>
            <a:ext cx="6480363" cy="2903146"/>
            <a:chOff x="7788738" y="1655207"/>
            <a:chExt cx="6337472" cy="2129906"/>
          </a:xfrm>
        </p:grpSpPr>
        <p:sp>
          <p:nvSpPr>
            <p:cNvPr id="12" name="Shape 9"/>
            <p:cNvSpPr/>
            <p:nvPr/>
          </p:nvSpPr>
          <p:spPr>
            <a:xfrm>
              <a:off x="7788738" y="1655207"/>
              <a:ext cx="6337472" cy="2129906"/>
            </a:xfrm>
            <a:prstGeom prst="roundRect">
              <a:avLst>
                <a:gd name="adj" fmla="val 1974"/>
              </a:avLst>
            </a:prstGeom>
            <a:solidFill>
              <a:srgbClr val="242429"/>
            </a:solidFill>
            <a:ln w="22860">
              <a:solidFill>
                <a:srgbClr val="5C5C61"/>
              </a:solidFill>
              <a:prstDash val="solid"/>
            </a:ln>
          </p:spPr>
        </p:sp>
        <p:sp>
          <p:nvSpPr>
            <p:cNvPr id="13" name="Shape 10"/>
            <p:cNvSpPr/>
            <p:nvPr/>
          </p:nvSpPr>
          <p:spPr>
            <a:xfrm>
              <a:off x="7788738" y="1655207"/>
              <a:ext cx="75904" cy="2129906"/>
            </a:xfrm>
            <a:prstGeom prst="roundRect">
              <a:avLst>
                <a:gd name="adj" fmla="val 31778"/>
              </a:avLst>
            </a:prstGeom>
            <a:solidFill>
              <a:srgbClr val="FDC4C4"/>
            </a:solidFill>
            <a:ln/>
          </p:spPr>
        </p:sp>
        <p:sp>
          <p:nvSpPr>
            <p:cNvPr id="14" name="Text 11"/>
            <p:cNvSpPr/>
            <p:nvPr/>
          </p:nvSpPr>
          <p:spPr>
            <a:xfrm>
              <a:off x="8096754" y="1871782"/>
              <a:ext cx="2009984" cy="4552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2000" dirty="0">
                  <a:solidFill>
                    <a:srgbClr val="C7CDD6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Flashcard Capture</a:t>
              </a:r>
              <a:endParaRPr lang="en-US" sz="20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8096754" y="2419311"/>
              <a:ext cx="6029456" cy="932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Camera captures the flashcard image</a:t>
              </a:r>
            </a:p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</a:rPr>
                <a:t>OCR extracts text from the image</a:t>
              </a:r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B82D9FB-CD5D-9541-87F6-B18FB5DD3DC9}"/>
              </a:ext>
            </a:extLst>
          </p:cNvPr>
          <p:cNvGrpSpPr/>
          <p:nvPr/>
        </p:nvGrpSpPr>
        <p:grpSpPr>
          <a:xfrm>
            <a:off x="7711584" y="4789398"/>
            <a:ext cx="6480363" cy="2851190"/>
            <a:chOff x="7682333" y="4554620"/>
            <a:chExt cx="6571323" cy="2241965"/>
          </a:xfrm>
        </p:grpSpPr>
        <p:sp>
          <p:nvSpPr>
            <p:cNvPr id="16" name="Shape 13"/>
            <p:cNvSpPr/>
            <p:nvPr/>
          </p:nvSpPr>
          <p:spPr>
            <a:xfrm>
              <a:off x="7682334" y="4554620"/>
              <a:ext cx="6571322" cy="2241965"/>
            </a:xfrm>
            <a:prstGeom prst="roundRect">
              <a:avLst>
                <a:gd name="adj" fmla="val 1974"/>
              </a:avLst>
            </a:prstGeom>
            <a:solidFill>
              <a:srgbClr val="242429"/>
            </a:solidFill>
            <a:ln w="22860">
              <a:solidFill>
                <a:srgbClr val="5C5C61"/>
              </a:solidFill>
              <a:prstDash val="solid"/>
            </a:ln>
          </p:spPr>
        </p:sp>
        <p:sp>
          <p:nvSpPr>
            <p:cNvPr id="17" name="Shape 14"/>
            <p:cNvSpPr/>
            <p:nvPr/>
          </p:nvSpPr>
          <p:spPr>
            <a:xfrm>
              <a:off x="7682333" y="4554620"/>
              <a:ext cx="77153" cy="2241965"/>
            </a:xfrm>
            <a:prstGeom prst="roundRect">
              <a:avLst>
                <a:gd name="adj" fmla="val 31778"/>
              </a:avLst>
            </a:prstGeom>
            <a:solidFill>
              <a:srgbClr val="FDC4C4"/>
            </a:solidFill>
            <a:ln/>
          </p:spPr>
        </p:sp>
        <p:sp>
          <p:nvSpPr>
            <p:cNvPr id="18" name="Text 15"/>
            <p:cNvSpPr/>
            <p:nvPr/>
          </p:nvSpPr>
          <p:spPr>
            <a:xfrm>
              <a:off x="7990350" y="4771195"/>
              <a:ext cx="3077508" cy="4610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2000" dirty="0">
                  <a:solidFill>
                    <a:srgbClr val="C7CDD6"/>
                  </a:solidFill>
                  <a:latin typeface="Instrument Sans Medium" pitchFamily="34" charset="0"/>
                </a:rPr>
                <a:t>Fallback search</a:t>
              </a:r>
              <a:endParaRPr lang="en-US" sz="20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7956850" y="5282813"/>
              <a:ext cx="6128693" cy="9441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Inter" panose="020B0604020202020204" charset="0"/>
                  <a:ea typeface="Inter" panose="020B0604020202020204" charset="0"/>
                </a:rPr>
                <a:t>Provides Google Images or YouTube search links if keyword not found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endParaRPr>
            </a:p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</a:rPr>
                <a:t>Ensures user always gets information</a:t>
              </a:r>
              <a:endParaRPr lang="en-US" dirty="0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BA40558-7C09-51C8-0786-ED497E305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5596" y="7640588"/>
            <a:ext cx="1962424" cy="5620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422" y="940900"/>
            <a:ext cx="838366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Technology Used :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848422" y="3146533"/>
            <a:ext cx="13042821" cy="2693853"/>
          </a:xfrm>
          <a:prstGeom prst="roundRect">
            <a:avLst>
              <a:gd name="adj" fmla="val 114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2A87E9-3EBA-F7FB-E083-9C01E4E82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5596" y="7640588"/>
            <a:ext cx="1962424" cy="562053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F7F68762-3F5E-2CC6-28D2-3F889C4DBD65}"/>
              </a:ext>
            </a:extLst>
          </p:cNvPr>
          <p:cNvGrpSpPr/>
          <p:nvPr/>
        </p:nvGrpSpPr>
        <p:grpSpPr>
          <a:xfrm>
            <a:off x="856042" y="2443511"/>
            <a:ext cx="13035201" cy="4022562"/>
            <a:chOff x="848422" y="3154153"/>
            <a:chExt cx="13035201" cy="4022562"/>
          </a:xfrm>
        </p:grpSpPr>
        <p:sp>
          <p:nvSpPr>
            <p:cNvPr id="5" name="Shape 3"/>
            <p:cNvSpPr/>
            <p:nvPr/>
          </p:nvSpPr>
          <p:spPr>
            <a:xfrm>
              <a:off x="856042" y="3154153"/>
              <a:ext cx="13027581" cy="650319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1082975" y="3297861"/>
              <a:ext cx="345078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OpenCV</a:t>
              </a:r>
              <a:endParaRPr lang="en-US" sz="17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995011" y="3297861"/>
              <a:ext cx="8661797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Captures live camera feed.</a:t>
              </a:r>
              <a:endParaRPr lang="en-US" sz="175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856042" y="3804472"/>
              <a:ext cx="13027581" cy="650319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082975" y="3948181"/>
              <a:ext cx="345078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Tesseract OCR</a:t>
              </a:r>
              <a:endParaRPr lang="en-US" sz="17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995011" y="3948181"/>
              <a:ext cx="8661797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Extracts text from flashcards.</a:t>
              </a:r>
              <a:endParaRPr lang="en-US" sz="17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56042" y="4454792"/>
              <a:ext cx="13027581" cy="720607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1082975" y="4598500"/>
              <a:ext cx="345078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Pandas</a:t>
              </a:r>
              <a:endParaRPr lang="en-US" sz="17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995011" y="4598500"/>
              <a:ext cx="8661797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Loads, searches and manages the CSV flashcard dataset.</a:t>
              </a:r>
              <a:endParaRPr lang="en-US" sz="17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856042" y="5324306"/>
              <a:ext cx="13027581" cy="608411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082975" y="5382764"/>
              <a:ext cx="345078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 err="1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gTTs</a:t>
              </a:r>
              <a:endParaRPr lang="en-US" sz="17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995010" y="5355427"/>
              <a:ext cx="8661797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Generate clear audio explanations using Text-to-Speech.</a:t>
              </a:r>
              <a:endParaRPr lang="en-US" sz="1750" dirty="0"/>
            </a:p>
          </p:txBody>
        </p:sp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EDFB18ED-9F94-F7BA-E7AD-2F37D9C49662}"/>
                </a:ext>
              </a:extLst>
            </p:cNvPr>
            <p:cNvSpPr/>
            <p:nvPr/>
          </p:nvSpPr>
          <p:spPr>
            <a:xfrm>
              <a:off x="848422" y="5848006"/>
              <a:ext cx="13027581" cy="720607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</p:sp>
        <p:sp>
          <p:nvSpPr>
            <p:cNvPr id="20" name="Text 10">
              <a:extLst>
                <a:ext uri="{FF2B5EF4-FFF2-40B4-BE49-F238E27FC236}">
                  <a16:creationId xmlns:a16="http://schemas.microsoft.com/office/drawing/2014/main" id="{4C6D0CC0-B4A4-1091-C9E8-A924D82D9D02}"/>
                </a:ext>
              </a:extLst>
            </p:cNvPr>
            <p:cNvSpPr/>
            <p:nvPr/>
          </p:nvSpPr>
          <p:spPr>
            <a:xfrm>
              <a:off x="1082975" y="5990053"/>
              <a:ext cx="345078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Web Integration</a:t>
              </a:r>
              <a:endParaRPr lang="en-US" sz="1750" dirty="0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78791A63-0A02-05AC-C035-BB15C3AD9AA6}"/>
                </a:ext>
              </a:extLst>
            </p:cNvPr>
            <p:cNvSpPr/>
            <p:nvPr/>
          </p:nvSpPr>
          <p:spPr>
            <a:xfrm>
              <a:off x="4995009" y="5932717"/>
              <a:ext cx="8661797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Google Images &amp; YouTube search for extra content</a:t>
              </a:r>
              <a:endParaRPr lang="en-US" sz="1750" dirty="0"/>
            </a:p>
          </p:txBody>
        </p:sp>
        <p:sp>
          <p:nvSpPr>
            <p:cNvPr id="23" name="Shape 12">
              <a:extLst>
                <a:ext uri="{FF2B5EF4-FFF2-40B4-BE49-F238E27FC236}">
                  <a16:creationId xmlns:a16="http://schemas.microsoft.com/office/drawing/2014/main" id="{2ECDA263-D221-D633-172E-3FB78503B7DE}"/>
                </a:ext>
              </a:extLst>
            </p:cNvPr>
            <p:cNvSpPr/>
            <p:nvPr/>
          </p:nvSpPr>
          <p:spPr>
            <a:xfrm>
              <a:off x="848422" y="6568304"/>
              <a:ext cx="13027581" cy="608411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Text 13">
              <a:extLst>
                <a:ext uri="{FF2B5EF4-FFF2-40B4-BE49-F238E27FC236}">
                  <a16:creationId xmlns:a16="http://schemas.microsoft.com/office/drawing/2014/main" id="{20EE32FF-84EF-E36B-B703-5DB207084298}"/>
                </a:ext>
              </a:extLst>
            </p:cNvPr>
            <p:cNvSpPr/>
            <p:nvPr/>
          </p:nvSpPr>
          <p:spPr>
            <a:xfrm>
              <a:off x="1090595" y="6653052"/>
              <a:ext cx="345078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Flask</a:t>
              </a:r>
              <a:endParaRPr lang="en-US" sz="1750" dirty="0"/>
            </a:p>
          </p:txBody>
        </p:sp>
        <p:sp>
          <p:nvSpPr>
            <p:cNvPr id="25" name="Text 14">
              <a:extLst>
                <a:ext uri="{FF2B5EF4-FFF2-40B4-BE49-F238E27FC236}">
                  <a16:creationId xmlns:a16="http://schemas.microsoft.com/office/drawing/2014/main" id="{C041BFF6-B904-A175-B75A-47A70667D6B2}"/>
                </a:ext>
              </a:extLst>
            </p:cNvPr>
            <p:cNvSpPr/>
            <p:nvPr/>
          </p:nvSpPr>
          <p:spPr>
            <a:xfrm>
              <a:off x="5002630" y="6625715"/>
              <a:ext cx="8661797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C7CDD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Backend framework that handles OCR, search dataset and send results to user</a:t>
              </a:r>
              <a:endParaRPr lang="en-US" sz="175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037F5-C36B-4661-0FBD-B8D5791A2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A5464A-288B-6018-6E87-0E4537B1C7B7}"/>
              </a:ext>
            </a:extLst>
          </p:cNvPr>
          <p:cNvSpPr/>
          <p:nvPr/>
        </p:nvSpPr>
        <p:spPr>
          <a:xfrm>
            <a:off x="594422" y="940900"/>
            <a:ext cx="838366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</a:rPr>
              <a:t>Output Screenshots :</a:t>
            </a:r>
            <a:endParaRPr lang="en-US" sz="35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7AF14CF-EA2B-032C-867D-AB50A53DB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5596" y="7640588"/>
            <a:ext cx="1962424" cy="56205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62A3024-4974-8A22-59A2-CF3541E95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647" y="2556024"/>
            <a:ext cx="6686988" cy="342373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5E743A5-11B2-DB12-242C-F77E93B94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65" y="2556024"/>
            <a:ext cx="7012435" cy="3423738"/>
          </a:xfrm>
          <a:prstGeom prst="rect">
            <a:avLst/>
          </a:prstGeom>
        </p:spPr>
      </p:pic>
      <p:sp>
        <p:nvSpPr>
          <p:cNvPr id="30" name="Text 10">
            <a:extLst>
              <a:ext uri="{FF2B5EF4-FFF2-40B4-BE49-F238E27FC236}">
                <a16:creationId xmlns:a16="http://schemas.microsoft.com/office/drawing/2014/main" id="{0688D935-470B-B893-906D-761031EDC577}"/>
              </a:ext>
            </a:extLst>
          </p:cNvPr>
          <p:cNvSpPr/>
          <p:nvPr/>
        </p:nvSpPr>
        <p:spPr>
          <a:xfrm>
            <a:off x="3270943" y="639852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Page</a:t>
            </a:r>
            <a:endParaRPr lang="en-US" sz="175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893BBB1D-9405-B5A3-64FE-4CDD659EB41B}"/>
              </a:ext>
            </a:extLst>
          </p:cNvPr>
          <p:cNvSpPr/>
          <p:nvPr/>
        </p:nvSpPr>
        <p:spPr>
          <a:xfrm>
            <a:off x="10425664" y="639852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Page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469281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D8426-004B-0B56-4CA6-1098968D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801AC2-E1DF-0F76-5072-3BA45B2CB121}"/>
              </a:ext>
            </a:extLst>
          </p:cNvPr>
          <p:cNvSpPr/>
          <p:nvPr/>
        </p:nvSpPr>
        <p:spPr>
          <a:xfrm>
            <a:off x="585430" y="438626"/>
            <a:ext cx="6622137" cy="418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8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: 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F468FB-2F25-766F-454E-114D977B86AE}"/>
              </a:ext>
            </a:extLst>
          </p:cNvPr>
          <p:cNvSpPr/>
          <p:nvPr/>
        </p:nvSpPr>
        <p:spPr>
          <a:xfrm>
            <a:off x="708897" y="1223287"/>
            <a:ext cx="13596230" cy="217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Traditional classroom methods are lecture-based and often passive.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latin typeface="Inter" panose="020B0604020202020204" charset="0"/>
              <a:ea typeface="Inter" panose="020B0604020202020204" charset="0"/>
              <a:cs typeface="Inter" pitchFamily="34" charset="-12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Existing EdTech tools (e.g., </a:t>
            </a:r>
            <a:r>
              <a:rPr lang="en-US" sz="20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Byju’s</a:t>
            </a: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) focus on digital content but depend on manual navigation.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Research shows active learning, OCR, and AI-powered tools improve retention and reduce teacher effort.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Gap:</a:t>
            </a: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 Current systems lack real-time interaction, instant explanation retrieval, and integrated audio support.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F137A6-A153-7F19-20B1-20235D7E1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969" y="7646116"/>
            <a:ext cx="1962424" cy="5620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B0EAE7-A863-B458-9359-D6E45F64D376}"/>
              </a:ext>
            </a:extLst>
          </p:cNvPr>
          <p:cNvSpPr txBox="1"/>
          <p:nvPr/>
        </p:nvSpPr>
        <p:spPr>
          <a:xfrm>
            <a:off x="556497" y="4115871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Market Analysis :  </a:t>
            </a:r>
            <a:endParaRPr lang="en-IN" sz="24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6320B14-8F72-0B00-C121-BB6C62D5AE64}"/>
              </a:ext>
            </a:extLst>
          </p:cNvPr>
          <p:cNvSpPr/>
          <p:nvPr/>
        </p:nvSpPr>
        <p:spPr>
          <a:xfrm>
            <a:off x="708897" y="4935793"/>
            <a:ext cx="12416553" cy="217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EdTech Growth  :  </a:t>
            </a:r>
            <a:r>
              <a:rPr lang="en-US" sz="2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market -&gt; $404 billion by 2025 , India -&gt; $10 billion by 2025</a:t>
            </a:r>
          </a:p>
          <a:p>
            <a:pPr marL="285750" indent="-285750" algn="just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7CDD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85750" indent="-285750" algn="just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Players : </a:t>
            </a:r>
            <a:r>
              <a:rPr lang="en-US" sz="2000" dirty="0" err="1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Byju’s</a:t>
            </a:r>
            <a:r>
              <a:rPr lang="en-US" sz="2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, </a:t>
            </a:r>
            <a:r>
              <a:rPr lang="en-US" sz="2000" dirty="0" err="1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Vedantu</a:t>
            </a:r>
            <a:r>
              <a:rPr lang="en-US" sz="2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, Coursera</a:t>
            </a:r>
          </a:p>
          <a:p>
            <a:pPr marL="285750" indent="-285750" algn="just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7CDD6"/>
              </a:solidFill>
              <a:latin typeface="Inter" pitchFamily="34" charset="0"/>
              <a:ea typeface="Inter" pitchFamily="34" charset="-122"/>
            </a:endParaRPr>
          </a:p>
          <a:p>
            <a:pPr marL="285750" indent="-285750" algn="just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</a:rPr>
              <a:t>Opportunities : </a:t>
            </a:r>
            <a:r>
              <a:rPr lang="en-US" sz="2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</a:rPr>
              <a:t>AI tutoring, gamifies learning, scalable classroom</a:t>
            </a:r>
          </a:p>
          <a:p>
            <a:pPr algn="just">
              <a:lnSpc>
                <a:spcPts val="2100"/>
              </a:lnSpc>
            </a:pPr>
            <a:endParaRPr lang="en-US" sz="2000" dirty="0">
              <a:solidFill>
                <a:srgbClr val="C7CDD6"/>
              </a:solidFill>
              <a:latin typeface="Inter" pitchFamily="34" charset="0"/>
              <a:ea typeface="Inter" pitchFamily="34" charset="-122"/>
            </a:endParaRPr>
          </a:p>
          <a:p>
            <a:pPr marL="285750" indent="-285750" algn="just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</a:rPr>
              <a:t>Scope : </a:t>
            </a:r>
            <a:r>
              <a:rPr lang="en-US" sz="2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</a:rPr>
              <a:t>Reduce teacher workload, boost student engagement , provide scalable solutions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282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815" y="856654"/>
            <a:ext cx="943534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 :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30" y="20786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Interactive Learning Assistant offers a powerful bridge between traditional and digital learning methodologies.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18153"/>
            <a:ext cx="13042821" cy="2613898"/>
          </a:xfrm>
          <a:prstGeom prst="roundRect">
            <a:avLst>
              <a:gd name="adj" fmla="val 1302"/>
            </a:avLst>
          </a:prstGeom>
          <a:solidFill>
            <a:srgbClr val="434348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318153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6" name="Text 4"/>
          <p:cNvSpPr/>
          <p:nvPr/>
        </p:nvSpPr>
        <p:spPr>
          <a:xfrm>
            <a:off x="1020604" y="3544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Affordable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4035385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Cost-effective for schools and families.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315200" y="3318153"/>
            <a:ext cx="6521410" cy="1306949"/>
          </a:xfrm>
          <a:prstGeom prst="rect">
            <a:avLst/>
          </a:prstGeom>
          <a:solidFill>
            <a:srgbClr val="43434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7315200" y="3318153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10" name="Text 8"/>
          <p:cNvSpPr/>
          <p:nvPr/>
        </p:nvSpPr>
        <p:spPr>
          <a:xfrm>
            <a:off x="7882176" y="3544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 Internet Usage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82176" y="4035385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smoothly with minimal connectivity.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031712" y="3688080"/>
            <a:ext cx="566976" cy="566976"/>
          </a:xfrm>
          <a:prstGeom prst="roundRect">
            <a:avLst>
              <a:gd name="adj" fmla="val 6001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397" y="3794403"/>
            <a:ext cx="283488" cy="35433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93790" y="4625102"/>
            <a:ext cx="6521410" cy="1306949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5" name="Shape 12"/>
          <p:cNvSpPr/>
          <p:nvPr/>
        </p:nvSpPr>
        <p:spPr>
          <a:xfrm>
            <a:off x="793790" y="4625102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16" name="Text 13"/>
          <p:cNvSpPr/>
          <p:nvPr/>
        </p:nvSpPr>
        <p:spPr>
          <a:xfrm>
            <a:off x="1020604" y="48519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Engaging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20604" y="5342334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Boosts student interest and retention.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7315200" y="4625102"/>
            <a:ext cx="6521410" cy="1306949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0" y="4625102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0" y="4625102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21" name="Text 18"/>
          <p:cNvSpPr/>
          <p:nvPr/>
        </p:nvSpPr>
        <p:spPr>
          <a:xfrm>
            <a:off x="7882176" y="48519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Scalable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882176" y="5342334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Easily implemented across many classrooms.</a:t>
            </a:r>
            <a:endParaRPr lang="en-US" sz="1750" dirty="0"/>
          </a:p>
        </p:txBody>
      </p:sp>
      <p:sp>
        <p:nvSpPr>
          <p:cNvPr id="23" name="Shape 20"/>
          <p:cNvSpPr/>
          <p:nvPr/>
        </p:nvSpPr>
        <p:spPr>
          <a:xfrm>
            <a:off x="7031712" y="4995029"/>
            <a:ext cx="566976" cy="566976"/>
          </a:xfrm>
          <a:prstGeom prst="roundRect">
            <a:avLst>
              <a:gd name="adj" fmla="val 6001"/>
            </a:avLst>
          </a:prstGeom>
          <a:solidFill>
            <a:srgbClr val="242429"/>
          </a:solidFill>
          <a:ln w="30480">
            <a:solidFill>
              <a:srgbClr val="5C5C61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397" y="5101352"/>
            <a:ext cx="283488" cy="3543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FFCE76B-D718-F73A-EE5C-70268D56F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7976" y="7667547"/>
            <a:ext cx="1962424" cy="5620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675</Words>
  <Application>Microsoft Office PowerPoint</Application>
  <PresentationFormat>Custom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Instrument Sans Medium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Sanjeevitha C S</cp:lastModifiedBy>
  <cp:revision>22</cp:revision>
  <dcterms:created xsi:type="dcterms:W3CDTF">2025-08-28T03:50:00Z</dcterms:created>
  <dcterms:modified xsi:type="dcterms:W3CDTF">2025-12-03T13:36:18Z</dcterms:modified>
</cp:coreProperties>
</file>